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7" r:id="rId5"/>
    <p:sldId id="276" r:id="rId6"/>
    <p:sldId id="281" r:id="rId7"/>
    <p:sldId id="280" r:id="rId8"/>
    <p:sldId id="283" r:id="rId9"/>
    <p:sldId id="268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han2486/CSE_40_UniversityProjec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Image-based Breed Recognition for Cattle and Buffalo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 </a:t>
            </a:r>
            <a:r>
              <a:rPr lang="en-GB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CSE_40</a:t>
            </a:r>
            <a:endParaRPr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Dr. Jayavadivel Ravi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551645038"/>
              </p:ext>
            </p:extLst>
          </p:nvPr>
        </p:nvGraphicFramePr>
        <p:xfrm>
          <a:off x="553347" y="2721840"/>
          <a:ext cx="5418675" cy="246894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20221CSE0009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20221CSE0012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Rohan Das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Amrutha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Final Review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&amp;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Engineering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 P 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Ms. Vidhya R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SIH25004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Ministry of Fisheries, Animal Husbandry and Dairying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Farmers and veterinary departments lack an automated, reliable system to identify cattle and buffalo breeds from images. Manual identification is error-prone and requires expert knowledge. This project aims to build an AI-based image recognition system that accurately classifies breeds using computer vision and deep learning.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22947"/>
            <a:ext cx="10668000" cy="516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Problem Statement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Abstract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Objectives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Proposed Method and Feasibility Study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US" sz="49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Drawbacks</a:t>
            </a:r>
            <a:endParaRPr kumimoji="0" lang="en-US" sz="4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Architecture Diagram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Timeline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References</a:t>
            </a:r>
            <a:endParaRPr lang="en-US" sz="4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AA90-CA66-D4D1-045F-0AD64DED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156C0-6EB7-630A-A31F-3C086047E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BreedVision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AI 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BreedAI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is a web application for cattle and buffalo breed classification using image uploads and live camera detection. It provides confidence-scored predictions, a history view, and a modern, motion-enhanced UI. The system is built with React, Vite, Tailwind, and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Supabase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edge functions, including OpenAI vision-based classification, dataset synchronization, and statistics endpoints. It also includes privacy and terms pages and supports secure storage of classification records and images.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443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5D4C6-1132-925E-1714-0851C13DA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C9AE1-887E-5AF4-4BDA-D4171F982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Detect breeds fast.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Keep the app simple.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 prediction confidence.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Improve with new data.</a:t>
            </a:r>
          </a:p>
        </p:txBody>
      </p:sp>
    </p:spTree>
    <p:extLst>
      <p:ext uri="{BB962C8B-B14F-4D97-AF65-F5344CB8AC3E}">
        <p14:creationId xmlns:p14="http://schemas.microsoft.com/office/powerpoint/2010/main" val="1813904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D8C3-F4FC-6A7A-3258-D0719678C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Proposed Method and Feasibility Study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93BB0-1B51-5D88-6AB7-EADDF3CEB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Collect labeled breed images.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Train and test the model.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Build a simple image upload and prediction app.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available datasets and tools, then improve regularly.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918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F0DF-4F1E-A2C7-4D77-33F1A7C2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Drawbacks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AF6B1-5CAE-0DD5-1667-56B7EB78B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Accuracy may drop on low-quality or unclear images.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Similar-looking breeds can be misclassified.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Model needs frequent retraining with new data.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Large datasets and training can require high compute time. 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Predictions may be less reliable for rare breeds.</a:t>
            </a:r>
          </a:p>
        </p:txBody>
      </p:sp>
    </p:spTree>
    <p:extLst>
      <p:ext uri="{BB962C8B-B14F-4D97-AF65-F5344CB8AC3E}">
        <p14:creationId xmlns:p14="http://schemas.microsoft.com/office/powerpoint/2010/main" val="87315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CCA16-0EB3-F820-118E-E927E059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Architectural Diagram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E18A2D-0400-A753-AE5E-B5FED37A3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0178"/>
            <a:ext cx="12192000" cy="229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93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https://github.com/Rohan2486/CSE_40_UniversityProject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Task                          Week 1  Week 2  Week 3  Week 4  Week 5  Week 6  Week 7 Week 8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--------------------------------------------------------------------------------------------------------------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Literature Review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System Design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Dataset Preparation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Backend API Development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Frontend UI Development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Integration                                             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Advanced Features                                                   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Testing &amp; Validation                                                                                               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Documentation &amp; Deployment                                                                                         █████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[1] P. Khairnar, P. Aher, V. Aher, P. Sonawane, and P. R. Pingale, “Image-based breed recognition for cattle and buffaloes of India,”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Research Journal of Modernization in Engineering, Technology and Science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vol. 7, no. 10, pp. 1–5, Oct. 2025.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[2] S. Singh, H. Rane, and A. Takle, “AI powered livestock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recognization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system,”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2024 IEEE 9th International Conference for Convergence in Technology (I2CT)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Pune, India, Apr. 2024, pp. 1–6.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[3] N. Jayakumar, N. Kumar, and A. Rudrakumaran, “Biometric muzzle pattern recognition for cattle identification using deep learning,”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2023 Int. Conf. on Inventive Computation Technologies (ICICT)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2023,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10.1109/ICICT57646.2023.10134082.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[4] Y. Qiao, D. Su, H. Kong, S.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Sukkarieh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S. Lomax, and C. Clark, “Data augmentation for deep learning based cattle segmentation in precision livestock farming,”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2020 IEEE 16th International Conference on Automation Science and Engineering (CASE)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Aug. 2020, pp. 979–984.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[5] S. Manoj, R. S., and K. V., “Identification of cattle breed using the convolutional neural network,”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2021 3rd International Conference on Signal Processing and Communication (ICPSC)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Coimbatore, India, May 2021.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[6] N. R.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Duraiswami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S. Bhalerao, and A. Watni, “Cattle breed detection and categorization using image processing and machine learning,”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2022 Int. Conf. on Advancements in Smart, Secure and Intelligent Computing (ASSIC)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2022.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[7] S. Kumar and S. K. Singh, “Cattle recognition: A new frontier in visual animal biometrics research,”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Proc. Natl. Acad. Sci., India, Sect. A, Phys. Sci.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vol. 90, no. 4, pp. 689–708, 2020.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[8] R. W. Bello, A. Z. Talib, A. S. A. Mohamed, D. A. Olubummo, and F. N.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Otobo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“Image-based individual cow recognition using body patterns,”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Image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vol. 11, no. 3, 2020.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902</Words>
  <Application>Microsoft Office PowerPoint</Application>
  <PresentationFormat>Widescreen</PresentationFormat>
  <Paragraphs>86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Verdana</vt:lpstr>
      <vt:lpstr>Wingdings</vt:lpstr>
      <vt:lpstr>Bioinformatics</vt:lpstr>
      <vt:lpstr>Image-based Breed Recognition for Cattle and Buffalo</vt:lpstr>
      <vt:lpstr>Problem Statement Number: SIH25004</vt:lpstr>
      <vt:lpstr>Content</vt:lpstr>
      <vt:lpstr>Abstract</vt:lpstr>
      <vt:lpstr>Objectives</vt:lpstr>
      <vt:lpstr> Proposed Method and Feasibility Study </vt:lpstr>
      <vt:lpstr>Drawbacks</vt:lpstr>
      <vt:lpstr>Architectural Diagram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Rohan Das</cp:lastModifiedBy>
  <cp:revision>53</cp:revision>
  <dcterms:modified xsi:type="dcterms:W3CDTF">2026-04-27T09:26:23Z</dcterms:modified>
</cp:coreProperties>
</file>