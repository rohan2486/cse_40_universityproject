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69" r:id="rId3"/>
    <p:sldId id="257" r:id="rId4"/>
    <p:sldId id="277" r:id="rId5"/>
    <p:sldId id="278" r:id="rId6"/>
    <p:sldId id="276" r:id="rId7"/>
    <p:sldId id="279" r:id="rId8"/>
    <p:sldId id="280" r:id="rId9"/>
    <p:sldId id="281" r:id="rId10"/>
    <p:sldId id="282" r:id="rId11"/>
    <p:sldId id="283" r:id="rId12"/>
    <p:sldId id="284" r:id="rId13"/>
    <p:sldId id="268" r:id="rId14"/>
    <p:sldId id="272" r:id="rId15"/>
    <p:sldId id="271" r:id="rId16"/>
    <p:sldId id="270" r:id="rId17"/>
    <p:sldId id="265" r:id="rId18"/>
    <p:sldId id="26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ohan2486/CSE_40_UniversityProjec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Image-based Breed Recognition for Cattle and Buffalo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 </a:t>
            </a:r>
            <a:r>
              <a:rPr lang="en-GB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CSE_40</a:t>
            </a:r>
            <a:endParaRPr sz="1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Dr. Jayavadivel Ravi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Associate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2551645038"/>
              </p:ext>
            </p:extLst>
          </p:nvPr>
        </p:nvGraphicFramePr>
        <p:xfrm>
          <a:off x="553347" y="2721840"/>
          <a:ext cx="5418675" cy="246894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20221CSE0009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20221CSE0012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Rohan Das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Amrutha S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CSE7302-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UNIVERSITY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Review-2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Computer Science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&amp;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Engineering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Blessed Prince P 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Ms. Vidhya R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IN" dirty="0"/>
              <a:t>SIH25004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Organization: Ministry of Fisheries, Animal Husbandry and Dairying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 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</a:p>
          <a:p>
            <a:pPr marL="342900" lvl="0" indent="-19050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Farmers and veterinary departments lack an automated, reliable system to identify cattle and buffalo breeds from images. Manual identification is error-prone and requires expert knowledge. This project aims to build an AI-based image recognition system that accurately classifies breeds using computer vision and deep learning.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122947"/>
            <a:ext cx="10668000" cy="5165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32500" lnSpcReduction="20000"/>
          </a:bodyPr>
          <a:lstStyle/>
          <a:p>
            <a:pPr marL="4953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Problem Statement</a:t>
            </a:r>
          </a:p>
          <a:p>
            <a:pPr marL="4953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Abstract</a:t>
            </a:r>
          </a:p>
          <a:p>
            <a:pPr marL="4953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Literature Survey</a:t>
            </a:r>
          </a:p>
          <a:p>
            <a:pPr marL="4953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Objectives</a:t>
            </a:r>
          </a:p>
          <a:p>
            <a:pPr marL="4953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Existing Methods and Drawbacks</a:t>
            </a:r>
          </a:p>
          <a:p>
            <a:pPr marL="4953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Proposed Method and Feasibility Study</a:t>
            </a:r>
          </a:p>
          <a:p>
            <a:pPr marL="4953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Architecture Diagram</a:t>
            </a:r>
          </a:p>
          <a:p>
            <a:pPr marL="4953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Modules</a:t>
            </a:r>
          </a:p>
          <a:p>
            <a:pPr marL="4953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Hardware and Software Details</a:t>
            </a:r>
          </a:p>
          <a:p>
            <a:pPr marL="4953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Timeline</a:t>
            </a:r>
          </a:p>
          <a:p>
            <a:pPr marL="4953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References</a:t>
            </a:r>
            <a:endParaRPr lang="en-US" sz="49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FAA90-CA66-D4D1-045F-0AD64DED1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156C0-6EB7-630A-A31F-3C086047E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BreedVision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AI (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BreedAI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 is a web application for cattle and buffalo breed classification using image uploads and live camera detection. It provides confidence-scored predictions, a history view, and a modern, motion-enhanced UI. The system is built with React, Vite, Tailwind, and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Supabase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edge functions, including OpenAI vision-based classification, dataset synchronization, and statistics endpoints. It also includes privacy and terms pages and supports secure storage of classification records and images.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443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3B655-38AF-D298-291E-E4CED74F0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AE206A-3463-27CD-9543-02805F5DC9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Deep learning is the standard for image classification and transfer learning.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ImageNet pretraining enables strong visual features for fine‑grained tasks.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Vision Transformers can rival CNNs with enough pretraining data.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Livestock datasets are limited; breed‑labeled data is scarce.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Real‑world farm images add noise: occlusion, lighting, background clutter.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Transfer learning helps when labeled breed data is small.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Domain shift (different farms/cameras) often hurts accuracy.</a:t>
            </a:r>
          </a:p>
          <a:p>
            <a:pPr marL="76200" indent="0">
              <a:buNone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792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5D4C6-1132-925E-1714-0851C13DA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C9AE1-887E-5AF4-4BDA-D4171F982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Classify cattle and buffalo breeds from images with confidence scores.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Support live camera detection and snapshot analysis.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Provide a user‑friendly interface for upload, live, and history views.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Store and display classification history for user tracking.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Enable dataset synchronization for breed metadata updates.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Expose secure backend functions for classification and stats.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Ensure privacy and terms compliance within the app.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Keep performance fast for web and edge‑friendly deployment.</a:t>
            </a:r>
          </a:p>
        </p:txBody>
      </p:sp>
    </p:spTree>
    <p:extLst>
      <p:ext uri="{BB962C8B-B14F-4D97-AF65-F5344CB8AC3E}">
        <p14:creationId xmlns:p14="http://schemas.microsoft.com/office/powerpoint/2010/main" val="1813904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234D1-8E89-8BFC-4854-3836DEBBA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Existing Methods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083A8-BBE6-899D-823A-98F93338FE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Manual breed identification by visual inspection.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Expert-based classification using breed standards.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Hand‑crafted features with classical ML (HOG/SIFT + SVM).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CNN classifiers using pretrained backbones (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ResNet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/VGG).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Transfer learning or mobile models (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EfficientNet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MobileNet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) for fast inference.</a:t>
            </a:r>
          </a:p>
          <a:p>
            <a:pPr marL="76200" indent="0">
              <a:buNone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8937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BF0DF-4F1E-A2C7-4D77-33F1A7C26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Drawbacks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AF6B1-5CAE-0DD5-1667-56B7EB78BA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Manual identification is slow and inconsistent.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Expert judgment is subjective and hard to scale.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Hand‑crafted features struggle with lighting, pose, and background changes.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Classical ML needs careful feature design and still lacks robustness.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CNN models require large labeled datasets.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Transfer learning can fail under domain shift (new farms/cameras).</a:t>
            </a:r>
          </a:p>
        </p:txBody>
      </p:sp>
    </p:spTree>
    <p:extLst>
      <p:ext uri="{BB962C8B-B14F-4D97-AF65-F5344CB8AC3E}">
        <p14:creationId xmlns:p14="http://schemas.microsoft.com/office/powerpoint/2010/main" val="873150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BD8C3-F4FC-6A7A-3258-D0719678C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Proposed Method and Feasibility Study 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93BB0-1B51-5D88-6AB7-EADDF3CEB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Use a web app (React + Vite) to accept image uploads and live camera snapshots.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Send images to a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Supabase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edge function (classify-animal) for AI‑based breed prediction.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Return breed label + confidence score to the UI.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Store results in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Supabase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tables and show them in a history view.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Provide dataset sync endpoints for breed metadata updates.</a:t>
            </a:r>
          </a:p>
          <a:p>
            <a:pPr marL="76200" indent="0">
              <a:buNone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918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9C1B1-28C9-C6DA-F905-E6B9C980B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Proposed Method and Feasibility Study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F16F3-670C-B014-FD30-0BF2946258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Technical feasibility: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 Achievable with existing web tech (React, Tailwind) and serverless backend (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Supabase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edge functions).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Operational feasibility: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 Works in browsers with standard camera APIs; upload flow covers non‑camera use cases.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Economic feasibility: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 Low deployment cost using serverless infra; pay‑as‑you‑go model.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Data feasibility: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 Supports manual dataset sync and structured storage for breed records.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Performance feasibility: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 Web UI stays fast; inference runs in the backend for scalability.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469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CCA16-0EB3-F820-118E-E927E0592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Architectural Diagram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E2F24C-1946-9A72-68B1-2323016E2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142" y="1143001"/>
            <a:ext cx="7225715" cy="494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693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48F41-9174-4C2D-44F0-7808AACE4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308BE-EC1E-DAF2-0207-40910C806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Architectural Diagram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3B0D10-BD98-B747-AC00-EF6D1282F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2468"/>
            <a:ext cx="12192000" cy="8488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756E90-191D-7E80-C570-9ABDAA56B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237" y="2489825"/>
            <a:ext cx="6105525" cy="34766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A807F11-BE3F-69A7-2217-A061C782637C}"/>
              </a:ext>
            </a:extLst>
          </p:cNvPr>
          <p:cNvSpPr txBox="1"/>
          <p:nvPr/>
        </p:nvSpPr>
        <p:spPr>
          <a:xfrm>
            <a:off x="2614863" y="2335936"/>
            <a:ext cx="17967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Fig: Frontend UI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74C97A-98E1-C775-19B2-238FEF4964BE}"/>
              </a:ext>
            </a:extLst>
          </p:cNvPr>
          <p:cNvSpPr txBox="1"/>
          <p:nvPr/>
        </p:nvSpPr>
        <p:spPr>
          <a:xfrm>
            <a:off x="7311701" y="5951062"/>
            <a:ext cx="22381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Fig: Data Flow Diagram</a:t>
            </a:r>
          </a:p>
        </p:txBody>
      </p:sp>
    </p:spTree>
    <p:extLst>
      <p:ext uri="{BB962C8B-B14F-4D97-AF65-F5344CB8AC3E}">
        <p14:creationId xmlns:p14="http://schemas.microsoft.com/office/powerpoint/2010/main" val="4201089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https://github.com/Rohan2486/CSE_40_UniversityProject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Hardware and Software Details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027522"/>
            <a:ext cx="10668000" cy="5068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Software and Hardware Requirements: </a:t>
            </a:r>
          </a:p>
          <a:p>
            <a:pPr marL="76200" indent="0">
              <a:buNone/>
            </a:pPr>
            <a:r>
              <a:rPr lang="en-US" u="sng" dirty="0">
                <a:latin typeface="Cambria" panose="02040503050406030204" pitchFamily="18" charset="0"/>
                <a:ea typeface="Cambria" panose="02040503050406030204" pitchFamily="18" charset="0"/>
              </a:rPr>
              <a:t>Software Requirements:</a:t>
            </a:r>
          </a:p>
          <a:p>
            <a:pPr marL="7620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Development Environment: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Node.js 16+ (for package management and build tools)</a:t>
            </a:r>
          </a:p>
          <a:p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npm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 or yarn (package manager)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Modern web browser (Chrome 90+, Firefox 88+, Safari 14+, Edge 90+)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Code editor (VS Code, WebStorm, etc.)</a:t>
            </a:r>
          </a:p>
          <a:p>
            <a:pPr marL="7620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Runtime Environment: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Web browser with JavaScript enabled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Internet connection (for initial load and external resources)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Hardware and Software Details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IN" u="sng" dirty="0">
                <a:latin typeface="Cambria" panose="02040503050406030204" pitchFamily="18" charset="0"/>
                <a:ea typeface="Cambria" panose="02040503050406030204" pitchFamily="18" charset="0"/>
              </a:rPr>
              <a:t>Hardware Requirements: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Development Machine: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RAM: 4GB minimum, 8GB+ recommended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Storage: 500MB free space for dependencies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Processor: Any modern CPU (Intel i3/AMD equivalent or better)</a:t>
            </a:r>
          </a:p>
          <a:p>
            <a:pPr marL="76200" indent="0">
              <a:buNone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End User Device: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RAM: 2GB minimum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Storage: Minimal (runs in browser)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Screen: Any size (responsive design)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Input: Mouse/touch screen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Task                          Week 1  Week 2  Week 3  Week 4  Week 5  Week 6  Week 7 Week 8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--------------------------------------------------------------------------------------------------------------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Literature Review             █████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System Design                        █████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Dataset Preparation                         █████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Backend API Development                        █████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Frontend UI Development                                  █████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Integration                                                                               █████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Advanced Features                                                                                     █████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Testing &amp; Validation                                                                                               ████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Documentation &amp; Deployment                                                                                         █████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7620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[1] P. Khairnar, P. Aher, V. Aher, P. Sonawane, and P. R. Pingale, “Image-based breed recognition for cattle and buffaloes of India,” 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International Research Journal of Modernization in Engineering, Technology and Science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vol. 7, no. 10, pp. 1–5, Oct. 2025.</a:t>
            </a:r>
          </a:p>
          <a:p>
            <a:pPr marL="7620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[2] S. Singh, H. Rane, and A. Takle, “AI powered livestock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recognization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system,” in 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2024 IEEE 9th International Conference for Convergence in Technology (I2CT)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Pune, India, Apr. 2024, pp. 1–6.</a:t>
            </a:r>
          </a:p>
          <a:p>
            <a:pPr marL="7620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[3] N. Jayakumar, N. Kumar, and A. Rudrakumaran, “Biometric muzzle pattern recognition for cattle identification using deep learning,” in 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2023 Int. Conf. on Inventive Computation Technologies (ICICT)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2023,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doi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: 10.1109/ICICT57646.2023.10134082.</a:t>
            </a:r>
          </a:p>
          <a:p>
            <a:pPr marL="7620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[4] Y. Qiao, D. Su, H. Kong, S.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Sukkarieh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S. Lomax, and C. Clark, “Data augmentation for deep learning based cattle segmentation in precision livestock farming,” in 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2020 IEEE 16th International Conference on Automation Science and Engineering (CASE)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Aug. 2020, pp. 979–984.</a:t>
            </a:r>
          </a:p>
          <a:p>
            <a:pPr marL="7620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[5] S. Manoj, R. S., and K. V., “Identification of cattle breed using the convolutional neural network,” in 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2021 3rd International Conference on Signal Processing and Communication (ICPSC)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Coimbatore, India, May 2021.</a:t>
            </a:r>
          </a:p>
          <a:p>
            <a:pPr marL="7620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[6] N. R.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Duraiswami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S. Bhalerao, and A. Watni, “Cattle breed detection and categorization using image processing and machine learning,” in 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2022 Int. Conf. on Advancements in Smart, Secure and Intelligent Computing (ASSIC)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2022.</a:t>
            </a:r>
          </a:p>
          <a:p>
            <a:pPr marL="7620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[7] S. Kumar and S. K. Singh, “Cattle recognition: A new frontier in visual animal biometrics research,” 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Proc. Natl. Acad. Sci., India, Sect. A, Phys. Sci.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vol. 90, no. 4, pp. 689–708, 2020.</a:t>
            </a:r>
          </a:p>
          <a:p>
            <a:pPr marL="76200" indent="0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[8] R. W. Bello, A. Z. Talib, A. S. A. Mohamed, D. A. Olubummo, and F. N.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Otobo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“Image-based individual cow recognition using body patterns,” 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Image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 vol. 11, no. 3, 2020.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</TotalTime>
  <Words>1422</Words>
  <Application>Microsoft Office PowerPoint</Application>
  <PresentationFormat>Widescreen</PresentationFormat>
  <Paragraphs>142</Paragraphs>
  <Slides>18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Cambria</vt:lpstr>
      <vt:lpstr>Verdana</vt:lpstr>
      <vt:lpstr>Wingdings</vt:lpstr>
      <vt:lpstr>Bioinformatics</vt:lpstr>
      <vt:lpstr>Image-based Breed Recognition for Cattle and Buffalo</vt:lpstr>
      <vt:lpstr>Problem Statement Number: SIH25004</vt:lpstr>
      <vt:lpstr>Content</vt:lpstr>
      <vt:lpstr>Abstract</vt:lpstr>
      <vt:lpstr>Literature Survey</vt:lpstr>
      <vt:lpstr>Objectives</vt:lpstr>
      <vt:lpstr>Existing Methods</vt:lpstr>
      <vt:lpstr>Drawbacks</vt:lpstr>
      <vt:lpstr> Proposed Method and Feasibility Study </vt:lpstr>
      <vt:lpstr> Proposed Method and Feasibility Study </vt:lpstr>
      <vt:lpstr>Architectural Diagram</vt:lpstr>
      <vt:lpstr>Architectural Diagram</vt:lpstr>
      <vt:lpstr>Github Link</vt:lpstr>
      <vt:lpstr>Hardware and Software Details</vt:lpstr>
      <vt:lpstr>Hardware and Software Details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Rohan Das</cp:lastModifiedBy>
  <cp:revision>48</cp:revision>
  <dcterms:modified xsi:type="dcterms:W3CDTF">2026-02-05T17:51:24Z</dcterms:modified>
</cp:coreProperties>
</file>